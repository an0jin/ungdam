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embeddedFontLst>
    <p:embeddedFont>
      <p:font typeface="Afacad Flux" panose="020B0600000101010101" charset="0"/>
      <p:regular r:id="rId16"/>
      <p:bold r:id="rId17"/>
    </p:embeddedFont>
    <p:embeddedFont>
      <p:font typeface="Comfortaa" panose="020B0600000101010101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34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F40164D4-5916-A464-8A26-069588E6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AAADED18-3544-FEE0-378A-E6ACBEF3F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>
            <a:extLst>
              <a:ext uri="{FF2B5EF4-FFF2-40B4-BE49-F238E27FC236}">
                <a16:creationId xmlns:a16="http://schemas.microsoft.com/office/drawing/2014/main" id="{FE914580-C6F0-53E5-6B0E-64CCF9D51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19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71675"/>
            <a:ext cx="1160145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AI와 함께 그리는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 나의 멋진 미래!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57675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안영진 선생님과 떠나는 상상 여행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4937" y="214312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334125" y="2900362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안녕하세요! 안영진입니다.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3805237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경복대학교에서 빅데이터를 공부했고, 지금은 'toneiverse'라는 멋진 회사를 운영하고 있어요. 오늘은 여러분의 상상력을 AI로 현실로 만드는 방법을 알려줄게요!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선생님을 소개합니다!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2414587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14587"/>
            <a:ext cx="349254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04238" y="3757612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CEO 안영진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49" y="4367212"/>
            <a:ext cx="269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toneiverse를 만들어 새로운 가상 세계를 디자인하고 있어요.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460837" y="3757612"/>
            <a:ext cx="282707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AI 선생님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28149" y="4367212"/>
            <a:ext cx="269244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초등학생 친구들에게 미래의 마법, AI를 가르쳐줍니다.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8717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74262" y="28717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선생님이 하는 일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5BD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250644" y="1643062"/>
            <a:ext cx="569071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1교시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3250644" y="3243262"/>
            <a:ext cx="5690711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AI로 나의 미래 그리기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3386137" y="4586287"/>
            <a:ext cx="5419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"내가 되고 싶은 모습은 무엇일까요?"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4150"/>
            <a:ext cx="528637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4150"/>
            <a:ext cx="528637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869394" y="3438525"/>
            <a:ext cx="469058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C84EE"/>
                </a:solidFill>
                <a:latin typeface="Afacad Flux"/>
                <a:ea typeface="Afacad Flux"/>
                <a:cs typeface="Afacad Flux"/>
                <a:sym typeface="Afacad Flux"/>
              </a:rPr>
              <a:t>똑똑한 비서 친구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81075" y="404812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우리가 "그림 그려줘!"라고 말하면 아주 멋지게 완성해주는 인공지능 비서예요.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632019" y="3438525"/>
            <a:ext cx="469058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상상력 증폭기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743700" y="4048125"/>
            <a:ext cx="44672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머릿속에만 있던 상상을 눈으로 볼 수 있게 도와주는 도구랍니다.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AI란 무엇일까요?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1238250" y="29432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우주를 누비는 탐험가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1238250" y="34861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아픈 동물을 고치는 의사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1238250" y="40290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멋진 옷을 만드는 디자이너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238250" y="45720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맛있는 요리를 하는 셰프</a:t>
            </a:r>
            <a:endParaRPr/>
          </a:p>
        </p:txBody>
      </p:sp>
      <p:pic>
        <p:nvPicPr>
          <p:cNvPr id="141" name="Google Shape;14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3370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76625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1955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562475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미래의 내 모습은?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2628900" y="2566987"/>
            <a:ext cx="6934200" cy="6858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486150" y="2757487"/>
            <a:ext cx="588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1단계: </a:t>
            </a:r>
            <a:r>
              <a:rPr lang="en-US" sz="1800" b="1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제미나이</a:t>
            </a:r>
            <a:r>
              <a:rPr lang="en-US" sz="180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800" b="1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접속하기</a:t>
            </a:r>
            <a:endParaRPr dirty="0"/>
          </a:p>
        </p:txBody>
      </p:sp>
      <p:sp>
        <p:nvSpPr>
          <p:cNvPr id="153" name="Google Shape;153;p19"/>
          <p:cNvSpPr/>
          <p:nvPr/>
        </p:nvSpPr>
        <p:spPr>
          <a:xfrm>
            <a:off x="2628900" y="3490912"/>
            <a:ext cx="6934200" cy="6858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486150" y="3681412"/>
            <a:ext cx="5886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2단계: 할 일 적기</a:t>
            </a: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(예: 화성에서 축구를 하는 모습)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2628900" y="4414837"/>
            <a:ext cx="6934200" cy="6858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486150" y="4605337"/>
            <a:ext cx="5886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3단계: 분위기 추가</a:t>
            </a: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(예: 만화처럼 귀엽게, 밝은 햇살 아래서)</a:t>
            </a:r>
            <a:endParaRPr/>
          </a:p>
        </p:txBody>
      </p:sp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9400" y="2747962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9400" y="367188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19400" y="4595812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AI에게 마법 주문 걸기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762000"/>
            <a:ext cx="52006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직접 해볼까요?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2076450"/>
            <a:ext cx="4953000" cy="251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52"/>
              </a:lnSpc>
            </a:pP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여러분이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정한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'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마법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주문'을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입력하고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10년 뒤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나의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멋진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모습을</a:t>
            </a:r>
            <a:r>
              <a:rPr lang="en-US" sz="2100" b="0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0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그려</a:t>
            </a:r>
            <a:r>
              <a:rPr lang="en-US" sz="2100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보고</a:t>
            </a:r>
            <a:r>
              <a:rPr lang="en-US" sz="2100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ko-KR" alt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altLang="en-US" sz="2100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선생님에게 자기소개를 해봅시다</a:t>
            </a:r>
            <a:r>
              <a:rPr lang="en-US" altLang="ko-KR" sz="2100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"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나는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훗날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무엇이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되어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있을까요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?"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4EE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3565683" y="1643062"/>
            <a:ext cx="506063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2교시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3565683" y="3243262"/>
            <a:ext cx="5060632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자료 다운로드 받기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3686175" y="4586287"/>
            <a:ext cx="4819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Afacad Flux"/>
                <a:ea typeface="Afacad Flux"/>
                <a:cs typeface="Afacad Flux"/>
                <a:sym typeface="Afacad Flux"/>
              </a:rPr>
              <a:t>"오늘 공부한 내용을 집으로 가져가요!"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590550" y="475500"/>
            <a:ext cx="1160160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>
                <a:solidFill>
                  <a:srgbClr val="1E293B"/>
                </a:solidFill>
                <a:latin typeface="Comfortaa"/>
                <a:sym typeface="Comfortaa"/>
              </a:rPr>
              <a:t>Github.com/an0jin</a:t>
            </a:r>
            <a:r>
              <a:rPr lang="ko-KR" altLang="en-US" sz="3900" b="1" dirty="0">
                <a:solidFill>
                  <a:srgbClr val="1E293B"/>
                </a:solidFill>
                <a:latin typeface="Comfortaa"/>
                <a:sym typeface="Comfortaa"/>
              </a:rPr>
              <a:t>에 들어간다</a:t>
            </a:r>
            <a:endParaRPr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A4862A-7754-DC5C-F19A-A3FBE2A2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877" y="1473784"/>
            <a:ext cx="9262946" cy="4827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77F21A1-9CE0-1BAD-E77A-C6570BA2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2" descr="image.png">
            <a:extLst>
              <a:ext uri="{FF2B5EF4-FFF2-40B4-BE49-F238E27FC236}">
                <a16:creationId xmlns:a16="http://schemas.microsoft.com/office/drawing/2014/main" id="{0955CD20-451B-E342-6F6A-6AEC90722B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>
            <a:extLst>
              <a:ext uri="{FF2B5EF4-FFF2-40B4-BE49-F238E27FC236}">
                <a16:creationId xmlns:a16="http://schemas.microsoft.com/office/drawing/2014/main" id="{8C747197-0610-6710-F3BD-BF2DC928B050}"/>
              </a:ext>
            </a:extLst>
          </p:cNvPr>
          <p:cNvSpPr txBox="1"/>
          <p:nvPr/>
        </p:nvSpPr>
        <p:spPr>
          <a:xfrm>
            <a:off x="590550" y="475500"/>
            <a:ext cx="1160160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900" b="1" dirty="0">
                <a:solidFill>
                  <a:srgbClr val="1E293B"/>
                </a:solidFill>
                <a:latin typeface="Comfortaa"/>
                <a:sym typeface="Comfortaa"/>
              </a:rPr>
              <a:t>repositories</a:t>
            </a:r>
            <a:r>
              <a:rPr lang="ko-KR" altLang="en-US" sz="3900" b="1" dirty="0">
                <a:solidFill>
                  <a:srgbClr val="1E293B"/>
                </a:solidFill>
                <a:latin typeface="Comfortaa"/>
                <a:sym typeface="Comfortaa"/>
              </a:rPr>
              <a:t>에 들어간다</a:t>
            </a:r>
            <a:endParaRPr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3D4AD0-C1B0-A961-6E0F-474ED7521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877" y="1473784"/>
            <a:ext cx="9262946" cy="482727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E8386E5-A90D-1682-74A9-90E19CF589EC}"/>
              </a:ext>
            </a:extLst>
          </p:cNvPr>
          <p:cNvSpPr/>
          <p:nvPr/>
        </p:nvSpPr>
        <p:spPr>
          <a:xfrm>
            <a:off x="2569029" y="1878563"/>
            <a:ext cx="1013926" cy="2425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15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23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3314700" y="1709737"/>
            <a:ext cx="584073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질문 있나요?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3314700" y="3186112"/>
            <a:ext cx="5562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안영진 선생님이 무엇이든 답해줄게요!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3314700" y="40814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help@toneiverse.com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3314700" y="46148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멋진 미래를 응원합니다!</a:t>
            </a:r>
            <a:endParaRPr/>
          </a:p>
        </p:txBody>
      </p:sp>
      <p:pic>
        <p:nvPicPr>
          <p:cNvPr id="193" name="Google Shape;19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4700" y="411003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571500" y="23098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571500" y="3081337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71500" y="39481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571500" y="3071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571500" y="3071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571500" y="3938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571500" y="3938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571500" y="4710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71500" y="4710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1666875" y="248602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https://png.pngtree.com/png-vector/20250808/ourlarge/pngtree-cartoon-male-teacher-character-vector-png-image_16793351.webp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1666875" y="269557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pngtree.com</a:t>
            </a:r>
            <a:endParaRPr/>
          </a:p>
        </p:txBody>
      </p:sp>
      <p:pic>
        <p:nvPicPr>
          <p:cNvPr id="211" name="Google Shape;21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1666875" y="3224212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https://media.istockphoto.com/id/1360672323/vector/cartoon-kids-of-different-professions-children-in-professional-uniforms-boy-and-girl.jpg?s=612x612&amp;w=0&amp;k=20&amp;c=DKtNb-VjO6Ch13oe5jrG42vlUE9X3i5l8rFK3fzM_Sc=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666875" y="3595687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www.istockphoto.com</a:t>
            </a:r>
            <a:endParaRPr/>
          </a:p>
        </p:txBody>
      </p:sp>
      <p:pic>
        <p:nvPicPr>
          <p:cNvPr id="214" name="Google Shape;21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0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1666875" y="412432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https://images.stockcake.com/public/b/8/3/b8377ade-3e6f-4eec-9abd-7fd61aff96f3_large/kids-using-tablets-stockcake.jpg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1666875" y="433387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stockcake.com</a:t>
            </a:r>
            <a:endParaRPr/>
          </a:p>
        </p:txBody>
      </p:sp>
      <p:pic>
        <p:nvPicPr>
          <p:cNvPr id="217" name="Google Shape;21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62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1666875" y="48958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https://png.pngtree.com/png-vector/20251014/ourlarge/pngtree-blue-3d-mouse-cursor-icon-with-digital-click-animation-png-image_17709906.webp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1666875" y="51054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pngtree.com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</Words>
  <Application>Microsoft Office PowerPoint</Application>
  <PresentationFormat>와이드스크린</PresentationFormat>
  <Paragraphs>47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Afacad Flux</vt:lpstr>
      <vt:lpstr>Arial</vt:lpstr>
      <vt:lpstr>Comfortaa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안영진</dc:creator>
  <cp:lastModifiedBy>영진 안</cp:lastModifiedBy>
  <cp:revision>1</cp:revision>
  <dcterms:modified xsi:type="dcterms:W3CDTF">2026-03-01T14:23:13Z</dcterms:modified>
</cp:coreProperties>
</file>